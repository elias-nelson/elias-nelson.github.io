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M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B0D5-F686-C43A-49AA-07DA981C3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76470-CC62-CEE0-C041-5B7296035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1833D-97D6-4209-8CA0-918765D7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586B2-D37B-D322-26EB-D825F7DC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A5D9-209A-DF1E-AA47-6FAD5809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16790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DD44-47A9-2D5C-3E4F-B3FBEE68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37DB3-8335-334E-0A02-4F788919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A8C7C-7F88-CA03-D000-4534777C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72DF5-DFC7-B55B-3982-8A8228E3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80DE-D31E-838F-8339-F7A47A60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80997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2A0A-D6A0-BC98-FE43-D3BCC4DD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8B114-6CB7-0FFF-1DE0-E37E690ED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08B70-4FC1-99D1-09C6-2449806C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75FB4-A72A-E81E-FF39-2D29522E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44D7B-94FC-F3BE-1412-1C75036A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414995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132E-3394-AB15-F16A-1080D4C7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85CFD-E9DC-CF20-BC98-FF49A9CE2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E8669-80F5-FAD8-3CAE-00949E32D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F9951-0574-210E-405B-3950AE63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38DC3-F736-FEF5-49AD-396B056E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3BEF1-5BE0-190C-A8C8-D9163C04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56361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37F7-BE43-3995-4A5A-2A446FE3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03D1F-97FD-89F6-E3C6-4DFB98C22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79337-A010-A3F2-0EFD-C2E4817E6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3E171-3AAE-944D-E210-4FE0A5B39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E52786-1699-E12E-17FC-78E979F30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C9F38-38A1-C1DF-3E6E-3D1FB052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D7A47-0F38-E1D4-EDA6-5F700EA9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5BA71-FEF9-7020-1F2D-44146759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25577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04CC-7AC1-2612-A75C-7B72AC40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A5B80-AB02-0037-0E62-E63603D8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644EB-EA45-4791-7D26-3C80125B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34013-6C6F-5284-4DC1-70DEC9C8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3524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AAAC0-E7F0-1C05-4825-F6B9FC2C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23C65-016A-0E42-428B-005150BD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050DC-0ED6-5C07-F79A-6302A95B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88212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00F5-2B71-D170-E557-0AAB5012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E048-85D6-EC19-FECC-5B15276AA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F5FCB-9FF2-8F48-D112-3EDCBB7D0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C450B-31A9-B42B-5D30-D1D0889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19C71-5A63-E926-13B1-1FAE00FE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0A3C7-AA7C-1101-E3DD-1A703008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08292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3600-7FFB-F7BB-61A0-08B80927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57F4D-CB8B-F0EC-BEA4-A665163A4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11431-C10C-FCAB-8795-6CD83454B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6461F-9363-FE10-31FC-C7DCB6F7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FF099-6422-3D01-C7EB-B8A7A1DE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D4FDF-9997-83EC-0840-17C65561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58466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48CB-54A4-E0A3-5A33-482A9CD0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84642-B02B-0005-BBCC-A25BF3AF3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028AE-04BB-156B-78F0-3A3316FB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B0B3C-CB35-2C21-368F-22970339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7EF55-17E0-1661-6142-86FF2F65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58820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D23EE-4CA6-2047-6928-57A5AB472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5AAC8-391D-BFE7-E866-BC3999758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5E0CB-B15B-E0CD-125C-A0000B56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35112-26A6-E525-A2C3-27497181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E62A9-0574-19DD-CF18-6D6FBF6A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86805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DF546-2E15-0FE4-4A0A-47D8CF3C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1F65-D8F0-AE38-6DB8-F0028CB7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06779-6806-D000-2168-11F1D9518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C270D-B153-44FB-BC6F-8D5B0A202835}" type="datetimeFigureOut">
              <a:rPr lang="en-MW" smtClean="0"/>
              <a:t>29/10/2024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A9D3E-A849-7DBD-0866-060F60B0A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73E8A-924B-F834-2488-97DAEC7F3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7C7F5-214D-4AC7-98C8-AA3637690973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89109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F947F7B-1F26-D6D1-FB09-3D511A59FE02}"/>
              </a:ext>
            </a:extLst>
          </p:cNvPr>
          <p:cNvGrpSpPr/>
          <p:nvPr/>
        </p:nvGrpSpPr>
        <p:grpSpPr>
          <a:xfrm>
            <a:off x="24277" y="895778"/>
            <a:ext cx="5545884" cy="5406745"/>
            <a:chOff x="24277" y="895778"/>
            <a:chExt cx="5545884" cy="540674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EF10EC3-7290-19A8-ADFC-DC2EE2828342}"/>
                </a:ext>
              </a:extLst>
            </p:cNvPr>
            <p:cNvSpPr/>
            <p:nvPr/>
          </p:nvSpPr>
          <p:spPr>
            <a:xfrm>
              <a:off x="24277" y="895778"/>
              <a:ext cx="5545884" cy="5406745"/>
            </a:xfrm>
            <a:custGeom>
              <a:avLst/>
              <a:gdLst>
                <a:gd name="connsiteX0" fmla="*/ 0 w 5545884"/>
                <a:gd name="connsiteY0" fmla="*/ 2703373 h 5406745"/>
                <a:gd name="connsiteX1" fmla="*/ 2772942 w 5545884"/>
                <a:gd name="connsiteY1" fmla="*/ 0 h 5406745"/>
                <a:gd name="connsiteX2" fmla="*/ 5545884 w 5545884"/>
                <a:gd name="connsiteY2" fmla="*/ 2703373 h 5406745"/>
                <a:gd name="connsiteX3" fmla="*/ 2772942 w 5545884"/>
                <a:gd name="connsiteY3" fmla="*/ 5406746 h 5406745"/>
                <a:gd name="connsiteX4" fmla="*/ 0 w 5545884"/>
                <a:gd name="connsiteY4" fmla="*/ 2703373 h 540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5884" h="5406745" fill="none" extrusionOk="0">
                  <a:moveTo>
                    <a:pt x="0" y="2703373"/>
                  </a:moveTo>
                  <a:cubicBezTo>
                    <a:pt x="-68621" y="1142398"/>
                    <a:pt x="1218472" y="-93579"/>
                    <a:pt x="2772942" y="0"/>
                  </a:cubicBezTo>
                  <a:cubicBezTo>
                    <a:pt x="4014567" y="39982"/>
                    <a:pt x="5269424" y="1195172"/>
                    <a:pt x="5545884" y="2703373"/>
                  </a:cubicBezTo>
                  <a:cubicBezTo>
                    <a:pt x="5382018" y="4280966"/>
                    <a:pt x="4073007" y="5381607"/>
                    <a:pt x="2772942" y="5406746"/>
                  </a:cubicBezTo>
                  <a:cubicBezTo>
                    <a:pt x="1268740" y="5162935"/>
                    <a:pt x="28880" y="4234327"/>
                    <a:pt x="0" y="2703373"/>
                  </a:cubicBezTo>
                  <a:close/>
                </a:path>
                <a:path w="5545884" h="5406745" stroke="0" extrusionOk="0">
                  <a:moveTo>
                    <a:pt x="0" y="2703373"/>
                  </a:moveTo>
                  <a:cubicBezTo>
                    <a:pt x="61885" y="1281668"/>
                    <a:pt x="1323041" y="70827"/>
                    <a:pt x="2772942" y="0"/>
                  </a:cubicBezTo>
                  <a:cubicBezTo>
                    <a:pt x="4330399" y="16341"/>
                    <a:pt x="5696676" y="1195770"/>
                    <a:pt x="5545884" y="2703373"/>
                  </a:cubicBezTo>
                  <a:cubicBezTo>
                    <a:pt x="5693164" y="4043757"/>
                    <a:pt x="4284094" y="5447822"/>
                    <a:pt x="2772942" y="5406746"/>
                  </a:cubicBezTo>
                  <a:cubicBezTo>
                    <a:pt x="1288966" y="5200253"/>
                    <a:pt x="-109629" y="4270383"/>
                    <a:pt x="0" y="2703373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noFill/>
              <a:prstDash val="dashDot"/>
              <a:extLst>
                <a:ext uri="{C807C97D-BFC1-408E-A445-0C87EB9F89A2}">
                  <ask:lineSketchStyleProps xmlns:ask="http://schemas.microsoft.com/office/drawing/2018/sketchyshapes" sd="664659578">
                    <a:prstGeom prst="ellips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W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58FC817-564D-6ABA-E182-D96E32980FA4}"/>
                </a:ext>
              </a:extLst>
            </p:cNvPr>
            <p:cNvGrpSpPr/>
            <p:nvPr/>
          </p:nvGrpSpPr>
          <p:grpSpPr>
            <a:xfrm>
              <a:off x="214314" y="925759"/>
              <a:ext cx="5319058" cy="5319058"/>
              <a:chOff x="-65085" y="1076781"/>
              <a:chExt cx="5319058" cy="5319058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D96F2CF7-CCC4-5AB5-106A-613749270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5085" y="1076781"/>
                <a:ext cx="5319058" cy="5319058"/>
              </a:xfrm>
              <a:prstGeom prst="rect">
                <a:avLst/>
              </a:prstGeom>
              <a:ln w="19050">
                <a:noFill/>
                <a:prstDash val="sysDash"/>
              </a:ln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5A50ECF-5CE6-3126-1487-2CD8E54A9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biLevel thresh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629" y="2600172"/>
                <a:ext cx="2232000" cy="2232000"/>
              </a:xfrm>
              <a:prstGeom prst="rect">
                <a:avLst/>
              </a:prstGeom>
              <a:ln w="19050">
                <a:solidFill>
                  <a:schemeClr val="bg1"/>
                </a:solidFill>
                <a:prstDash val="sysDash"/>
              </a:ln>
            </p:spPr>
          </p:pic>
          <p:pic>
            <p:nvPicPr>
              <p:cNvPr id="36" name="Picture 3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58430297-DE90-E11F-4915-62A90CF03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2865" y="4346129"/>
                <a:ext cx="740764" cy="740764"/>
              </a:xfrm>
              <a:prstGeom prst="rect">
                <a:avLst/>
              </a:prstGeom>
              <a:ln w="19050">
                <a:solidFill>
                  <a:schemeClr val="bg1"/>
                </a:solidFill>
                <a:prstDash val="sysDash"/>
              </a:ln>
            </p:spPr>
          </p:pic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B791AEC-6C1F-1301-AE44-799E1FC22B19}"/>
              </a:ext>
            </a:extLst>
          </p:cNvPr>
          <p:cNvGrpSpPr/>
          <p:nvPr/>
        </p:nvGrpSpPr>
        <p:grpSpPr>
          <a:xfrm>
            <a:off x="6320153" y="805838"/>
            <a:ext cx="5319058" cy="5406745"/>
            <a:chOff x="6320153" y="805838"/>
            <a:chExt cx="5319058" cy="540674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EB4A3FF-4CFA-7391-4187-7E15608D5426}"/>
                </a:ext>
              </a:extLst>
            </p:cNvPr>
            <p:cNvSpPr/>
            <p:nvPr/>
          </p:nvSpPr>
          <p:spPr>
            <a:xfrm>
              <a:off x="6400800" y="925759"/>
              <a:ext cx="5021705" cy="5190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W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065D7AF-FC6E-A4EE-9308-2C769FF9CABD}"/>
                </a:ext>
              </a:extLst>
            </p:cNvPr>
            <p:cNvGrpSpPr/>
            <p:nvPr/>
          </p:nvGrpSpPr>
          <p:grpSpPr>
            <a:xfrm>
              <a:off x="6320153" y="805838"/>
              <a:ext cx="5319058" cy="5406745"/>
              <a:chOff x="6320153" y="805838"/>
              <a:chExt cx="5319058" cy="540674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8CC3AF7-92E7-AEB4-A0C5-3AE0D9B110AF}"/>
                  </a:ext>
                </a:extLst>
              </p:cNvPr>
              <p:cNvGrpSpPr/>
              <p:nvPr/>
            </p:nvGrpSpPr>
            <p:grpSpPr>
              <a:xfrm>
                <a:off x="6320153" y="805838"/>
                <a:ext cx="5319058" cy="5406745"/>
                <a:chOff x="6320153" y="805839"/>
                <a:chExt cx="4912477" cy="4876800"/>
              </a:xfrm>
            </p:grpSpPr>
            <p:pic>
              <p:nvPicPr>
                <p:cNvPr id="9" name="Picture 8" descr="A black and grey arrows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F1147DC-6E7E-23BF-F4E9-4D3AE684F6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55830" y="805839"/>
                  <a:ext cx="4876800" cy="4876800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93EA5A3-6363-CF8E-FC87-A9876D2B1E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42222" y="2411948"/>
                  <a:ext cx="1627798" cy="1627798"/>
                </a:xfrm>
                <a:prstGeom prst="rect">
                  <a:avLst/>
                </a:prstGeom>
              </p:spPr>
            </p:pic>
            <p:pic>
              <p:nvPicPr>
                <p:cNvPr id="13" name="Picture 12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08DBE293-6201-1E85-E174-CE8F213FCC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25069" y="4026225"/>
                  <a:ext cx="517153" cy="51715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17" name="Picture 16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F7651865-B6A9-85F7-E817-D4AD30083B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20153" y="3079886"/>
                  <a:ext cx="946339" cy="946339"/>
                </a:xfrm>
                <a:prstGeom prst="rect">
                  <a:avLst/>
                </a:prstGeom>
              </p:spPr>
            </p:pic>
            <p:pic>
              <p:nvPicPr>
                <p:cNvPr id="19" name="Picture 18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38E6840C-E818-7A70-BBA2-807BC3EA01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17952" y="3866749"/>
                  <a:ext cx="479380" cy="4793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1" name="Picture 20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D7D68CB6-6B4A-85FD-0D8A-973F978900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17092" y="2531536"/>
                  <a:ext cx="407292" cy="407292"/>
                </a:xfrm>
                <a:prstGeom prst="rect">
                  <a:avLst/>
                </a:prstGeom>
                <a:effectLst>
                  <a:outerShdw blurRad="76200" dist="12700" dir="8100000" sy="-23000" kx="800400" algn="br" rotWithShape="0">
                    <a:prstClr val="black">
                      <a:alpha val="20000"/>
                    </a:prstClr>
                  </a:outerShdw>
                </a:effectLst>
              </p:spPr>
            </p:pic>
            <p:pic>
              <p:nvPicPr>
                <p:cNvPr id="1028" name="Picture 4">
                  <a:extLst>
                    <a:ext uri="{FF2B5EF4-FFF2-40B4-BE49-F238E27FC236}">
                      <a16:creationId xmlns:a16="http://schemas.microsoft.com/office/drawing/2014/main" id="{7E205299-63D2-063D-675B-00E06C853D8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364229" y="2123912"/>
                  <a:ext cx="604230" cy="3776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27" descr="A blue and grey logo&#10;&#10;Description automatically generated">
                  <a:extLst>
                    <a:ext uri="{FF2B5EF4-FFF2-40B4-BE49-F238E27FC236}">
                      <a16:creationId xmlns:a16="http://schemas.microsoft.com/office/drawing/2014/main" id="{E144129D-6118-221B-A989-B48A7390F0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28932" y="3037000"/>
                  <a:ext cx="396000" cy="396000"/>
                </a:xfrm>
                <a:prstGeom prst="rect">
                  <a:avLst/>
                </a:prstGeom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</p:pic>
          </p:grpSp>
          <p:pic>
            <p:nvPicPr>
              <p:cNvPr id="41" name="Picture 40" descr="A black line on a black background&#10;&#10;Description automatically generated">
                <a:extLst>
                  <a:ext uri="{FF2B5EF4-FFF2-40B4-BE49-F238E27FC236}">
                    <a16:creationId xmlns:a16="http://schemas.microsoft.com/office/drawing/2014/main" id="{E2F40C31-FE8E-F9ED-8663-8B7748D73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3217" y="1686922"/>
                <a:ext cx="639173" cy="47938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245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447A67-FE20-6507-0E68-078C8CC3052C}"/>
              </a:ext>
            </a:extLst>
          </p:cNvPr>
          <p:cNvGrpSpPr/>
          <p:nvPr/>
        </p:nvGrpSpPr>
        <p:grpSpPr>
          <a:xfrm>
            <a:off x="2668249" y="1229193"/>
            <a:ext cx="4946754" cy="4257207"/>
            <a:chOff x="2668249" y="1229193"/>
            <a:chExt cx="4946754" cy="4257207"/>
          </a:xfrm>
        </p:grpSpPr>
        <p:sp>
          <p:nvSpPr>
            <p:cNvPr id="2" name="Hexagon 1">
              <a:extLst>
                <a:ext uri="{FF2B5EF4-FFF2-40B4-BE49-F238E27FC236}">
                  <a16:creationId xmlns:a16="http://schemas.microsoft.com/office/drawing/2014/main" id="{2FDA2FB5-374A-82F3-A304-46B184999F4A}"/>
                </a:ext>
              </a:extLst>
            </p:cNvPr>
            <p:cNvSpPr/>
            <p:nvPr/>
          </p:nvSpPr>
          <p:spPr>
            <a:xfrm>
              <a:off x="2668249" y="1229193"/>
              <a:ext cx="4946754" cy="4257207"/>
            </a:xfrm>
            <a:custGeom>
              <a:avLst/>
              <a:gdLst>
                <a:gd name="connsiteX0" fmla="*/ 0 w 4946754"/>
                <a:gd name="connsiteY0" fmla="*/ 2128604 h 4257207"/>
                <a:gd name="connsiteX1" fmla="*/ 287362 w 4946754"/>
                <a:gd name="connsiteY1" fmla="*/ 1553881 h 4257207"/>
                <a:gd name="connsiteX2" fmla="*/ 564080 w 4946754"/>
                <a:gd name="connsiteY2" fmla="*/ 1000444 h 4257207"/>
                <a:gd name="connsiteX3" fmla="*/ 830156 w 4946754"/>
                <a:gd name="connsiteY3" fmla="*/ 468294 h 4257207"/>
                <a:gd name="connsiteX4" fmla="*/ 1064302 w 4946754"/>
                <a:gd name="connsiteY4" fmla="*/ 1 h 4257207"/>
                <a:gd name="connsiteX5" fmla="*/ 1571569 w 4946754"/>
                <a:gd name="connsiteY5" fmla="*/ 1 h 4257207"/>
                <a:gd name="connsiteX6" fmla="*/ 2078836 w 4946754"/>
                <a:gd name="connsiteY6" fmla="*/ 1 h 4257207"/>
                <a:gd name="connsiteX7" fmla="*/ 2557922 w 4946754"/>
                <a:gd name="connsiteY7" fmla="*/ 1 h 4257207"/>
                <a:gd name="connsiteX8" fmla="*/ 3037007 w 4946754"/>
                <a:gd name="connsiteY8" fmla="*/ 1 h 4257207"/>
                <a:gd name="connsiteX9" fmla="*/ 3882452 w 4946754"/>
                <a:gd name="connsiteY9" fmla="*/ 1 h 4257207"/>
                <a:gd name="connsiteX10" fmla="*/ 4148528 w 4946754"/>
                <a:gd name="connsiteY10" fmla="*/ 532152 h 4257207"/>
                <a:gd name="connsiteX11" fmla="*/ 4382674 w 4946754"/>
                <a:gd name="connsiteY11" fmla="*/ 1000444 h 4257207"/>
                <a:gd name="connsiteX12" fmla="*/ 4659392 w 4946754"/>
                <a:gd name="connsiteY12" fmla="*/ 1553881 h 4257207"/>
                <a:gd name="connsiteX13" fmla="*/ 4946754 w 4946754"/>
                <a:gd name="connsiteY13" fmla="*/ 2128604 h 4257207"/>
                <a:gd name="connsiteX14" fmla="*/ 4680679 w 4946754"/>
                <a:gd name="connsiteY14" fmla="*/ 2660755 h 4257207"/>
                <a:gd name="connsiteX15" fmla="*/ 4425246 w 4946754"/>
                <a:gd name="connsiteY15" fmla="*/ 3171619 h 4257207"/>
                <a:gd name="connsiteX16" fmla="*/ 4180457 w 4946754"/>
                <a:gd name="connsiteY16" fmla="*/ 3661197 h 4257207"/>
                <a:gd name="connsiteX17" fmla="*/ 3882452 w 4946754"/>
                <a:gd name="connsiteY17" fmla="*/ 4257206 h 4257207"/>
                <a:gd name="connsiteX18" fmla="*/ 3318822 w 4946754"/>
                <a:gd name="connsiteY18" fmla="*/ 4257206 h 4257207"/>
                <a:gd name="connsiteX19" fmla="*/ 2698829 w 4946754"/>
                <a:gd name="connsiteY19" fmla="*/ 4257206 h 4257207"/>
                <a:gd name="connsiteX20" fmla="*/ 2219743 w 4946754"/>
                <a:gd name="connsiteY20" fmla="*/ 4257206 h 4257207"/>
                <a:gd name="connsiteX21" fmla="*/ 1740658 w 4946754"/>
                <a:gd name="connsiteY21" fmla="*/ 4257206 h 4257207"/>
                <a:gd name="connsiteX22" fmla="*/ 1064302 w 4946754"/>
                <a:gd name="connsiteY22" fmla="*/ 4257206 h 4257207"/>
                <a:gd name="connsiteX23" fmla="*/ 808870 w 4946754"/>
                <a:gd name="connsiteY23" fmla="*/ 3746342 h 4257207"/>
                <a:gd name="connsiteX24" fmla="*/ 574723 w 4946754"/>
                <a:gd name="connsiteY24" fmla="*/ 3278049 h 4257207"/>
                <a:gd name="connsiteX25" fmla="*/ 319291 w 4946754"/>
                <a:gd name="connsiteY25" fmla="*/ 2767185 h 4257207"/>
                <a:gd name="connsiteX26" fmla="*/ 0 w 4946754"/>
                <a:gd name="connsiteY26" fmla="*/ 2128604 h 425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46754" h="4257207" fill="none" extrusionOk="0">
                  <a:moveTo>
                    <a:pt x="0" y="2128604"/>
                  </a:moveTo>
                  <a:cubicBezTo>
                    <a:pt x="24609" y="1962653"/>
                    <a:pt x="240866" y="1695876"/>
                    <a:pt x="287362" y="1553881"/>
                  </a:cubicBezTo>
                  <a:cubicBezTo>
                    <a:pt x="333858" y="1411886"/>
                    <a:pt x="525502" y="1157681"/>
                    <a:pt x="564080" y="1000444"/>
                  </a:cubicBezTo>
                  <a:cubicBezTo>
                    <a:pt x="602658" y="843208"/>
                    <a:pt x="798461" y="657323"/>
                    <a:pt x="830156" y="468294"/>
                  </a:cubicBezTo>
                  <a:cubicBezTo>
                    <a:pt x="861850" y="279265"/>
                    <a:pt x="973102" y="243126"/>
                    <a:pt x="1064302" y="1"/>
                  </a:cubicBezTo>
                  <a:cubicBezTo>
                    <a:pt x="1205424" y="-58847"/>
                    <a:pt x="1396489" y="24057"/>
                    <a:pt x="1571569" y="1"/>
                  </a:cubicBezTo>
                  <a:cubicBezTo>
                    <a:pt x="1746649" y="-24055"/>
                    <a:pt x="1956666" y="52095"/>
                    <a:pt x="2078836" y="1"/>
                  </a:cubicBezTo>
                  <a:cubicBezTo>
                    <a:pt x="2201006" y="-52093"/>
                    <a:pt x="2380927" y="17152"/>
                    <a:pt x="2557922" y="1"/>
                  </a:cubicBezTo>
                  <a:cubicBezTo>
                    <a:pt x="2734917" y="-17150"/>
                    <a:pt x="2911433" y="3907"/>
                    <a:pt x="3037007" y="1"/>
                  </a:cubicBezTo>
                  <a:cubicBezTo>
                    <a:pt x="3162582" y="-3905"/>
                    <a:pt x="3688049" y="60483"/>
                    <a:pt x="3882452" y="1"/>
                  </a:cubicBezTo>
                  <a:cubicBezTo>
                    <a:pt x="3937149" y="108137"/>
                    <a:pt x="3967094" y="293393"/>
                    <a:pt x="4148528" y="532152"/>
                  </a:cubicBezTo>
                  <a:cubicBezTo>
                    <a:pt x="4329962" y="770911"/>
                    <a:pt x="4296069" y="883507"/>
                    <a:pt x="4382674" y="1000444"/>
                  </a:cubicBezTo>
                  <a:cubicBezTo>
                    <a:pt x="4469279" y="1117381"/>
                    <a:pt x="4529326" y="1392573"/>
                    <a:pt x="4659392" y="1553881"/>
                  </a:cubicBezTo>
                  <a:cubicBezTo>
                    <a:pt x="4789458" y="1715189"/>
                    <a:pt x="4784958" y="1885206"/>
                    <a:pt x="4946754" y="2128604"/>
                  </a:cubicBezTo>
                  <a:cubicBezTo>
                    <a:pt x="4913567" y="2334825"/>
                    <a:pt x="4772048" y="2437389"/>
                    <a:pt x="4680679" y="2660755"/>
                  </a:cubicBezTo>
                  <a:cubicBezTo>
                    <a:pt x="4589309" y="2884121"/>
                    <a:pt x="4459133" y="3020974"/>
                    <a:pt x="4425246" y="3171619"/>
                  </a:cubicBezTo>
                  <a:cubicBezTo>
                    <a:pt x="4391359" y="3322264"/>
                    <a:pt x="4250120" y="3499881"/>
                    <a:pt x="4180457" y="3661197"/>
                  </a:cubicBezTo>
                  <a:cubicBezTo>
                    <a:pt x="4110794" y="3822513"/>
                    <a:pt x="3979314" y="3965900"/>
                    <a:pt x="3882452" y="4257206"/>
                  </a:cubicBezTo>
                  <a:cubicBezTo>
                    <a:pt x="3717394" y="4267262"/>
                    <a:pt x="3554973" y="4234306"/>
                    <a:pt x="3318822" y="4257206"/>
                  </a:cubicBezTo>
                  <a:cubicBezTo>
                    <a:pt x="3082671" y="4280106"/>
                    <a:pt x="2898111" y="4225329"/>
                    <a:pt x="2698829" y="4257206"/>
                  </a:cubicBezTo>
                  <a:cubicBezTo>
                    <a:pt x="2499547" y="4289083"/>
                    <a:pt x="2420785" y="4217503"/>
                    <a:pt x="2219743" y="4257206"/>
                  </a:cubicBezTo>
                  <a:cubicBezTo>
                    <a:pt x="2018701" y="4296909"/>
                    <a:pt x="1943467" y="4207529"/>
                    <a:pt x="1740658" y="4257206"/>
                  </a:cubicBezTo>
                  <a:cubicBezTo>
                    <a:pt x="1537849" y="4306883"/>
                    <a:pt x="1355789" y="4218194"/>
                    <a:pt x="1064302" y="4257206"/>
                  </a:cubicBezTo>
                  <a:cubicBezTo>
                    <a:pt x="983253" y="4110600"/>
                    <a:pt x="937132" y="3864005"/>
                    <a:pt x="808870" y="3746342"/>
                  </a:cubicBezTo>
                  <a:cubicBezTo>
                    <a:pt x="680608" y="3628679"/>
                    <a:pt x="707090" y="3436493"/>
                    <a:pt x="574723" y="3278049"/>
                  </a:cubicBezTo>
                  <a:cubicBezTo>
                    <a:pt x="442356" y="3119605"/>
                    <a:pt x="433284" y="2930139"/>
                    <a:pt x="319291" y="2767185"/>
                  </a:cubicBezTo>
                  <a:cubicBezTo>
                    <a:pt x="205297" y="2604231"/>
                    <a:pt x="192700" y="2322735"/>
                    <a:pt x="0" y="2128604"/>
                  </a:cubicBezTo>
                  <a:close/>
                </a:path>
                <a:path w="4946754" h="4257207" stroke="0" extrusionOk="0">
                  <a:moveTo>
                    <a:pt x="0" y="2128604"/>
                  </a:moveTo>
                  <a:cubicBezTo>
                    <a:pt x="56843" y="1984245"/>
                    <a:pt x="180398" y="1769626"/>
                    <a:pt x="255432" y="1617739"/>
                  </a:cubicBezTo>
                  <a:cubicBezTo>
                    <a:pt x="330466" y="1465852"/>
                    <a:pt x="460964" y="1284682"/>
                    <a:pt x="510865" y="1106875"/>
                  </a:cubicBezTo>
                  <a:cubicBezTo>
                    <a:pt x="560765" y="929068"/>
                    <a:pt x="782972" y="713043"/>
                    <a:pt x="776940" y="574724"/>
                  </a:cubicBezTo>
                  <a:cubicBezTo>
                    <a:pt x="770909" y="436405"/>
                    <a:pt x="993916" y="293319"/>
                    <a:pt x="1064302" y="1"/>
                  </a:cubicBezTo>
                  <a:cubicBezTo>
                    <a:pt x="1218404" y="-1358"/>
                    <a:pt x="1374713" y="33731"/>
                    <a:pt x="1684295" y="1"/>
                  </a:cubicBezTo>
                  <a:cubicBezTo>
                    <a:pt x="1993877" y="-33729"/>
                    <a:pt x="2003099" y="8324"/>
                    <a:pt x="2219744" y="1"/>
                  </a:cubicBezTo>
                  <a:cubicBezTo>
                    <a:pt x="2436389" y="-8322"/>
                    <a:pt x="2542503" y="58030"/>
                    <a:pt x="2727011" y="1"/>
                  </a:cubicBezTo>
                  <a:cubicBezTo>
                    <a:pt x="2911519" y="-58028"/>
                    <a:pt x="3043784" y="35991"/>
                    <a:pt x="3318822" y="1"/>
                  </a:cubicBezTo>
                  <a:cubicBezTo>
                    <a:pt x="3593860" y="-35989"/>
                    <a:pt x="3759882" y="3390"/>
                    <a:pt x="3882452" y="1"/>
                  </a:cubicBezTo>
                  <a:cubicBezTo>
                    <a:pt x="4067480" y="258150"/>
                    <a:pt x="4063223" y="466606"/>
                    <a:pt x="4169814" y="574724"/>
                  </a:cubicBezTo>
                  <a:cubicBezTo>
                    <a:pt x="4276405" y="682842"/>
                    <a:pt x="4287770" y="868142"/>
                    <a:pt x="4425246" y="1085589"/>
                  </a:cubicBezTo>
                  <a:cubicBezTo>
                    <a:pt x="4562723" y="1303036"/>
                    <a:pt x="4505044" y="1369591"/>
                    <a:pt x="4659392" y="1553881"/>
                  </a:cubicBezTo>
                  <a:cubicBezTo>
                    <a:pt x="4813740" y="1738171"/>
                    <a:pt x="4751519" y="1873971"/>
                    <a:pt x="4946754" y="2128604"/>
                  </a:cubicBezTo>
                  <a:cubicBezTo>
                    <a:pt x="4909019" y="2342967"/>
                    <a:pt x="4735375" y="2475208"/>
                    <a:pt x="4712608" y="2596896"/>
                  </a:cubicBezTo>
                  <a:cubicBezTo>
                    <a:pt x="4689841" y="2718584"/>
                    <a:pt x="4497988" y="2867168"/>
                    <a:pt x="4435889" y="3150333"/>
                  </a:cubicBezTo>
                  <a:cubicBezTo>
                    <a:pt x="4373790" y="3433498"/>
                    <a:pt x="4223863" y="3507199"/>
                    <a:pt x="4191100" y="3639911"/>
                  </a:cubicBezTo>
                  <a:cubicBezTo>
                    <a:pt x="4158337" y="3772623"/>
                    <a:pt x="3959453" y="3932208"/>
                    <a:pt x="3882452" y="4257206"/>
                  </a:cubicBezTo>
                  <a:cubicBezTo>
                    <a:pt x="3720843" y="4329232"/>
                    <a:pt x="3462167" y="4183819"/>
                    <a:pt x="3262459" y="4257206"/>
                  </a:cubicBezTo>
                  <a:cubicBezTo>
                    <a:pt x="3062751" y="4330593"/>
                    <a:pt x="2919436" y="4253463"/>
                    <a:pt x="2727010" y="4257206"/>
                  </a:cubicBezTo>
                  <a:cubicBezTo>
                    <a:pt x="2534584" y="4260949"/>
                    <a:pt x="2353274" y="4233773"/>
                    <a:pt x="2107018" y="4257206"/>
                  </a:cubicBezTo>
                  <a:cubicBezTo>
                    <a:pt x="1860762" y="4280639"/>
                    <a:pt x="1760465" y="4223521"/>
                    <a:pt x="1627932" y="4257206"/>
                  </a:cubicBezTo>
                  <a:cubicBezTo>
                    <a:pt x="1495399" y="4290891"/>
                    <a:pt x="1310248" y="4235717"/>
                    <a:pt x="1064302" y="4257206"/>
                  </a:cubicBezTo>
                  <a:cubicBezTo>
                    <a:pt x="955389" y="4135059"/>
                    <a:pt x="916951" y="3917935"/>
                    <a:pt x="830156" y="3788914"/>
                  </a:cubicBezTo>
                  <a:cubicBezTo>
                    <a:pt x="743361" y="3659894"/>
                    <a:pt x="732919" y="3503096"/>
                    <a:pt x="585366" y="3299335"/>
                  </a:cubicBezTo>
                  <a:cubicBezTo>
                    <a:pt x="437813" y="3095574"/>
                    <a:pt x="396506" y="2879003"/>
                    <a:pt x="319291" y="2767185"/>
                  </a:cubicBezTo>
                  <a:cubicBezTo>
                    <a:pt x="242076" y="2655367"/>
                    <a:pt x="119345" y="2280873"/>
                    <a:pt x="0" y="2128604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711262622">
                    <a:prstGeom prst="hexagon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W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146FF9-1F43-208B-F6B1-A87E37A04ADE}"/>
                </a:ext>
              </a:extLst>
            </p:cNvPr>
            <p:cNvSpPr txBox="1"/>
            <p:nvPr/>
          </p:nvSpPr>
          <p:spPr>
            <a:xfrm>
              <a:off x="2953062" y="2034357"/>
              <a:ext cx="4197246" cy="26468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6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erlin Sans FB Demi" panose="020E0802020502020306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</a:t>
              </a:r>
              <a:endParaRPr lang="en-MW" sz="1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6" name="Picture 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23EB205-CBCE-B41C-7504-7D222802E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15461">
              <a:off x="5767206" y="4747158"/>
              <a:ext cx="657588" cy="673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6537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Nelson Kaunda</dc:creator>
  <cp:lastModifiedBy>Elias Nelson Kaunda</cp:lastModifiedBy>
  <cp:revision>2</cp:revision>
  <dcterms:created xsi:type="dcterms:W3CDTF">2024-10-28T17:58:26Z</dcterms:created>
  <dcterms:modified xsi:type="dcterms:W3CDTF">2024-10-30T08:50:27Z</dcterms:modified>
</cp:coreProperties>
</file>